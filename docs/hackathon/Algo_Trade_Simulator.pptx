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E5FF"/>
                </a:solidFill>
                <a:latin typeface="Calibri"/>
              </a:rPr>
              <a:t>SKILLUP HACKATHON  ×  IBM SKILLSBUILD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Algo Trade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B0C4DE"/>
                </a:solidFill>
                <a:latin typeface="Calibri"/>
              </a:rPr>
              <a:t>Pre-trade cost analysis: slippage, fees, market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Prabhat Kumar  ·  solo  ·  IIT Kharagpur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64748B"/>
                </a:solidFill>
                <a:latin typeface="Calibri"/>
              </a:rPr>
              <a:t>Does not place trades. Shows what a market order would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48463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D600"/>
                </a:solidFill>
                <a:latin typeface="Calibri"/>
              </a:rPr>
              <a:t>What people see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Mid price on a chart or backtest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A fill assumed at that mid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PnL that looks clean on paper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73152" cy="48463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1744"/>
                </a:solidFill>
                <a:latin typeface="Calibri"/>
              </a:rPr>
              <a:t>What they pay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Slippage walking the book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Exchange fees by VIP tier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Impact that moves the mid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73152" cy="4846320"/>
          </a:xfrm>
          <a:prstGeom prst="rect">
            <a:avLst/>
          </a:prstGeom>
          <a:solidFill>
            <a:srgbClr val="FF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33FF"/>
                </a:solidFill>
                <a:latin typeface="Calibri"/>
              </a:rPr>
              <a:t>Why it hurts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A thin book kills a small edge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Live results look worse than the backtest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Hard to tell strategy vs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Who it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 b="0">
                <a:solidFill>
                  <a:srgbClr val="B0C4DE"/>
                </a:solidFill>
                <a:latin typeface="Calibri"/>
              </a:rPr>
              <a:t>Students and people writing their first algo — not a broker.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B0C4DE"/>
                </a:solidFill>
                <a:latin typeface="Calibri"/>
              </a:rPr>
              <a:t>No exchange API keys. Nothing is sent to a venue.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B0C4DE"/>
                </a:solidFill>
                <a:latin typeface="Calibri"/>
              </a:rPr>
              <a:t>Safe to open in a browser and change size / side / fee tier.</a:t>
            </a:r>
          </a:p>
          <a:p>
            <a:pPr>
              <a:spcAft>
                <a:spcPts val="1600"/>
              </a:spcAft>
            </a:pPr>
            <a:r>
              <a:rPr sz="2200" b="0">
                <a:solidFill>
                  <a:srgbClr val="B0C4DE"/>
                </a:solidFill>
                <a:latin typeface="Calibri"/>
              </a:rPr>
              <a:t>If Redis or a live feed is down, a synthetic book still runs.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What I built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57784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4846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5212079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676"/>
                </a:solidFill>
                <a:latin typeface="Calibri"/>
              </a:rPr>
              <a:t>Pre-trade cost tool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Takes a live or synthetic L2 book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Estimates slippage, fees, impact, maker/taker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Shows net cost in dollars and percent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Flags a one-sided or zero-spread book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Saves named setups when Redis is 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9496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73152" cy="4846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34439"/>
            <a:ext cx="50292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FF"/>
                </a:solidFill>
                <a:latin typeface="Calibri"/>
              </a:rPr>
              <a:t>Dashboard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Ticker: mid, spread, imbalance, depth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Presets: market, scalp, swing, large order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Depth + mid-price + cost charts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History of the last simulations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Health: /healthz and /readyz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How data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Feed  →  Orderbook  →  TradeSimulator  →  Dash UI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FeedManager picks Redis, websocket, or a local generator.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TradeSimulator is the only place that runs the four cost models.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MarketState is the lock around the book so the UI and the feed do not race.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create_app() builds one process. Gunicorn imports that factory.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Feeds — why a demo actually 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7432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4846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2377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FF"/>
                </a:solidFill>
                <a:latin typeface="Calibri"/>
              </a:rPr>
              <a:t>auto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Redis if it is set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else synthetic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default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097280"/>
            <a:ext cx="27432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73152" cy="4846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234439"/>
            <a:ext cx="2377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676"/>
                </a:solidFill>
                <a:latin typeface="Calibri"/>
              </a:rPr>
              <a:t>synthetic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Always a local book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No keys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Used for judging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097280"/>
            <a:ext cx="27432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73152" cy="48463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234439"/>
            <a:ext cx="23774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D600"/>
                </a:solidFill>
                <a:latin typeface="Calibri"/>
              </a:rPr>
              <a:t>websocket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Direct L2 URI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Reconnects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Optional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097280"/>
            <a:ext cx="256032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35440" y="1097280"/>
            <a:ext cx="73152" cy="4846320"/>
          </a:xfrm>
          <a:prstGeom prst="rect">
            <a:avLst/>
          </a:prstGeom>
          <a:solidFill>
            <a:srgbClr val="FF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64040" y="1234439"/>
            <a:ext cx="219456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33FF"/>
                </a:solidFill>
                <a:latin typeface="Calibri"/>
              </a:rPr>
              <a:t>redis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Subscriber only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Skipped if unset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No localhost hang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Cost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577840" cy="219456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219456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5212079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D600"/>
                </a:solidFill>
                <a:latin typeface="Calibri"/>
              </a:rPr>
              <a:t>Fees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VIP0–VIP5 schedule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Spot vs futures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394960" cy="219456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97280"/>
            <a:ext cx="73152" cy="21945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234439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FF"/>
                </a:solidFill>
                <a:latin typeface="Calibri"/>
              </a:rPr>
              <a:t>Slippage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Regression if trained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Else size / vol / imbalance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Returned as a total $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20440"/>
            <a:ext cx="5577840" cy="242316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520440"/>
            <a:ext cx="73152" cy="242316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657600"/>
            <a:ext cx="521207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1744"/>
                </a:solidFill>
                <a:latin typeface="Calibri"/>
              </a:rPr>
              <a:t>Market impact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Almgren–Chriss style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Temp ~ sqrt(participation)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Permanent ~ linear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20440"/>
            <a:ext cx="5394960" cy="242316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520440"/>
            <a:ext cx="73152" cy="2423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65760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676"/>
                </a:solidFill>
                <a:latin typeface="Calibri"/>
              </a:rPr>
              <a:t>Maker / taker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Logistic model or heuristic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Shown as a split, not a fill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70934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One run — BTC-USDT buy $100, VIP0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4846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FF"/>
                </a:solidFill>
                <a:latin typeface="Calibri"/>
              </a:rPr>
              <a:t>Book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Mid ~ $64,700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Spread ~ 0.01%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Synthetic L2 feed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Connected, sub-second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73152" cy="4846320"/>
          </a:xfrm>
          <a:prstGeom prst="rect">
            <a:avLst/>
          </a:prstGeom>
          <a:solidFill>
            <a:srgbClr val="FF3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33FF"/>
                </a:solidFill>
                <a:latin typeface="Calibri"/>
              </a:rPr>
              <a:t>Costs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Slippage  $0.0062  (0.0062%)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Fees      $0.1201  (0.1201%)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Impact    $0.0055  (0.0055%)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Net       $0.1319  (0.1319%)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73152" cy="4846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676"/>
                </a:solidFill>
                <a:latin typeface="Calibri"/>
              </a:rPr>
              <a:t>What that means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Fees dominate a small order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Impact stays tiny at $100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Same notional on a thin book would look different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Internal latency 0.75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IBM Bob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73152" cy="48463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5FF"/>
                </a:solidFill>
                <a:latin typeface="Calibri"/>
              </a:rPr>
              <a:t>Plan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Map book → net cost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One Railway service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Synthetic if Redis is 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73152" cy="48463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D600"/>
                </a:solidFill>
                <a:latin typeface="Calibri"/>
              </a:rPr>
              <a:t>Ask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Slippage was a per-unit offset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Impact was a flat 1%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Kept participation-based AC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Rejected depth-as-ADV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4846320"/>
          </a:xfrm>
          <a:prstGeom prst="roundRect">
            <a:avLst/>
          </a:prstGeom>
          <a:solidFill>
            <a:srgbClr val="0D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73152" cy="4846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39"/>
            <a:ext cx="329184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E676"/>
                </a:solidFill>
                <a:latin typeface="Calibri"/>
              </a:rPr>
              <a:t>Agent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Feed manager + synthetic book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Skip unconfigured Redis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Local CSS (no CDN)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B0C4DE"/>
                </a:solidFill>
                <a:latin typeface="Calibri"/>
              </a:rPr>
              <a:t>pytest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Run and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Local:  python -m trading.src.main   →  http://localhost:8050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Docker: docker compose up --build   →  http://localhost:8080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Railway: Dockerfile + railway.toml. Health check is /healthz.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Do not set REDIS_HOST=localhost on Railway.</a:t>
            </a:r>
          </a:p>
          <a:p>
            <a:pPr>
              <a:spcAft>
                <a:spcPts val="14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No API keys. MIT license.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E676"/>
                </a:solidFill>
                <a:latin typeface="Calibri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Algo Trade Simulator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github.com/Prabhat-190/algo-trade-simulator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IBM_BOB.md  ·  docs/hackathon/Algo_Trade_Simulator.pptx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B0C4DE"/>
                </a:solidFill>
                <a:latin typeface="Calibri"/>
              </a:rPr>
              <a:t>Prabhat Kumar  ·  TradeSim  ·  IIT Kharagpur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Algo Trade Simulator  ·  SkillUp × IBM SkillsBuild  ·  Prabhat Kumar, IIT Kharagpur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